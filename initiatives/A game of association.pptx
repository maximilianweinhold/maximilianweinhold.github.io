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ppt/comments/comment4.xml" ContentType="application/vnd.openxmlformats-officedocument.presentationml.comments+xml"/>
  <Override PartName="/ppt/comments/comment5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4" r:id="rId3"/>
    <p:sldId id="257" r:id="rId4"/>
    <p:sldId id="258" r:id="rId5"/>
    <p:sldId id="259" r:id="rId6"/>
    <p:sldId id="260" r:id="rId7"/>
    <p:sldId id="267" r:id="rId8"/>
    <p:sldId id="268" r:id="rId9"/>
    <p:sldId id="270" r:id="rId10"/>
    <p:sldId id="261" r:id="rId11"/>
    <p:sldId id="262" r:id="rId12"/>
    <p:sldId id="263" r:id="rId13"/>
    <p:sldId id="265" r:id="rId14"/>
    <p:sldId id="271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account" initials="Ma" lastIdx="14" clrIdx="0">
    <p:extLst>
      <p:ext uri="{19B8F6BF-5375-455C-9EA6-DF929625EA0E}">
        <p15:presenceInfo xmlns:p15="http://schemas.microsoft.com/office/powerpoint/2012/main" userId="f8b1fd185017ecf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58" y="-5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14T10:51:39.701" idx="7">
    <p:pos x="10" y="10"/>
    <p:text>Assuming A/B is not the same as B</p:text>
    <p:extLst>
      <p:ext uri="{C676402C-5697-4E1C-873F-D02D1690AC5C}">
        <p15:threadingInfo xmlns:p15="http://schemas.microsoft.com/office/powerpoint/2012/main" timeZoneBias="36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14T10:36:50.740" idx="5">
    <p:pos x="4627" y="3461"/>
    <p:text>Let us say A may release and absorb a phonon or a photon and still be composable as a natural process</p:text>
    <p:extLst>
      <p:ext uri="{C676402C-5697-4E1C-873F-D02D1690AC5C}">
        <p15:threadingInfo xmlns:p15="http://schemas.microsoft.com/office/powerpoint/2012/main" timeZoneBias="360"/>
      </p:ext>
    </p:extLst>
  </p:cm>
  <p:cm authorId="1" dt="2026-05-14T10:47:00.938" idx="6">
    <p:pos x="5366" y="2846"/>
    <p:text>Cost..Nat with the inverse of A^* is not precise mathematics, I think. The structure of getting A from a cost and a property Cost, Nat might not necessarily be treated as an inverse if the processes A and A inverse do not cover the whole space.</p:text>
    <p:extLst>
      <p:ext uri="{C676402C-5697-4E1C-873F-D02D1690AC5C}">
        <p15:threadingInfo xmlns:p15="http://schemas.microsoft.com/office/powerpoint/2012/main" timeZoneBias="360"/>
      </p:ext>
    </p:extLst>
  </p:cm>
  <p:cm authorId="1" dt="2026-05-14T10:55:04.117" idx="8">
    <p:pos x="10" y="10"/>
    <p:text>Balancing the 0 Cost with a drop below zero in the slide 9 reductive algorithim may treat Cost(0*Nat) =0 as an expectation, with a small negative variation allowed to permit a momentary drop below the positive mass theorem, recovered with our while break.</p:text>
    <p:extLst>
      <p:ext uri="{C676402C-5697-4E1C-873F-D02D1690AC5C}">
        <p15:threadingInfo xmlns:p15="http://schemas.microsoft.com/office/powerpoint/2012/main" timeZoneBias="36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7-13T10:53:19.493" idx="10">
    <p:pos x="3752" y="3604"/>
    <p:text>Building a check (Dobré ráno!) with a vector space we must ask one more question.</p:text>
    <p:extLst>
      <p:ext uri="{C676402C-5697-4E1C-873F-D02D1690AC5C}">
        <p15:threadingInfo xmlns:p15="http://schemas.microsoft.com/office/powerpoint/2012/main" timeZoneBias="360"/>
      </p:ext>
    </p:extLst>
  </p:cm>
  <p:cm authorId="1" dt="2026-07-13T10:57:58.923" idx="12">
    <p:pos x="10" y="10"/>
    <p:text>What if I must assume we must be able to develop a grouping that looks like ((type, type), ~type) freely?</p:text>
    <p:extLst>
      <p:ext uri="{C676402C-5697-4E1C-873F-D02D1690AC5C}">
        <p15:threadingInfo xmlns:p15="http://schemas.microsoft.com/office/powerpoint/2012/main" timeZoneBias="36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07T14:59:46.948" idx="1">
    <p:pos x="10" y="10"/>
    <p:text/>
    <p:extLst>
      <p:ext uri="{C676402C-5697-4E1C-873F-D02D1690AC5C}">
        <p15:threadingInfo xmlns:p15="http://schemas.microsoft.com/office/powerpoint/2012/main" timeZoneBias="360"/>
      </p:ext>
    </p:extLst>
  </p:cm>
  <p:cm authorId="1" dt="2026-05-07T15:00:42.772" idx="2">
    <p:pos x="10" y="106"/>
    <p:text>A compatibility check call-to preconfigure, a before check overlook to catch a fault, a noticed redundancy or CPU load.</p:text>
    <p:extLst>
      <p:ext uri="{C676402C-5697-4E1C-873F-D02D1690AC5C}">
        <p15:threadingInfo xmlns:p15="http://schemas.microsoft.com/office/powerpoint/2012/main" timeZoneBias="360">
          <p15:parentCm authorId="1" idx="1"/>
        </p15:threadingInfo>
      </p:ext>
    </p:extLst>
  </p:cm>
  <p:cm authorId="1" dt="2026-07-13T11:19:01.034" idx="13">
    <p:pos x="3648" y="4008"/>
    <p:text>* provides multiplicative, amplifying, and (~nonsense) reference</p:text>
    <p:extLst>
      <p:ext uri="{C676402C-5697-4E1C-873F-D02D1690AC5C}">
        <p15:threadingInfo xmlns:p15="http://schemas.microsoft.com/office/powerpoint/2012/main" timeZoneBias="360"/>
      </p:ext>
    </p:extLst>
  </p:cm>
  <p:cm authorId="1" dt="2026-07-13T11:19:15.678" idx="14">
    <p:pos x="3648" y="4104"/>
    <p:text>Pop!</p:text>
    <p:extLst>
      <p:ext uri="{C676402C-5697-4E1C-873F-D02D1690AC5C}">
        <p15:threadingInfo xmlns:p15="http://schemas.microsoft.com/office/powerpoint/2012/main" timeZoneBias="360">
          <p15:parentCm authorId="1" idx="13"/>
        </p15:threadingInfo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5-11T14:41:08.088" idx="3">
    <p:pos x="10" y="10"/>
    <p:text>Assuming nonlinear resonances exist in the signal of a tethered piezoelectric, such that we may associate non linearities with (0, 1, k) and obtain at least a (read, link, check)</p:text>
    <p:extLst>
      <p:ext uri="{C676402C-5697-4E1C-873F-D02D1690AC5C}">
        <p15:threadingInfo xmlns:p15="http://schemas.microsoft.com/office/powerpoint/2012/main" timeZoneBias="360"/>
      </p:ext>
    </p:extLst>
  </p:cm>
  <p:cm authorId="1" dt="2026-05-11T14:43:17.805" idx="4">
    <p:pos x="106" y="106"/>
    <p:text>The device may usefully have memory, though will not require power. Usefully, we may supply signal to the tethers, as in suspending a quartz on copper wires.</p:text>
    <p:extLst>
      <p:ext uri="{C676402C-5697-4E1C-873F-D02D1690AC5C}">
        <p15:threadingInfo xmlns:p15="http://schemas.microsoft.com/office/powerpoint/2012/main" timeZoneBias="36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6AD6EE87-EBD5-4F12-A48A-63ACA297AC8F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D3794B-289A-4A80-97D7-111025398D45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61015F-7CC6-4D0A-9D87-873EA4C304C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C6A301-0538-44EC-B09D-202E1042A48B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89574A-8875-45EF-8EA2-3CAA0F7ABC4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EF4D4C-5367-4C26-9E2B-D8088D7FCA81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91E96-98B0-4413-9547-46F3504108EF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C68B11-C5A8-448C-8CE9-B1A273C79CFC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16CA0-919D-4A49-9C8A-62FDFB3A5183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E5644-1E61-4311-A31E-84CB9C7AA8A9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D73815-2707-4475-8F1A-B873CB631BB4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1" y="762000"/>
            <a:ext cx="2628900" cy="5410200"/>
          </a:xfrm>
        </p:spPr>
        <p:txBody>
          <a:bodyPr vert="eaVert" lIns="45720" tIns="91440" rIns="45720" bIns="9144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1" y="762000"/>
            <a:ext cx="7581900" cy="54102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AFB99-0EAB-4182-AFF8-E214C82A68F6}" type="datetimeFigureOut">
              <a:rPr lang="en-US" dirty="0"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0298CD5-6C1E-4009-B41F-6DF62E31D3BE}" type="datetimeFigureOut">
              <a:rPr lang="en-US" dirty="0"/>
              <a:pPr/>
              <a:t>7/13/2026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An order-ambivalent presentation-dependent allocation of operators to solving vacuum and gravity problems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smtClean="0"/>
              <a:t>Maximilian Weinhold</a:t>
            </a:r>
          </a:p>
        </p:txBody>
      </p:sp>
    </p:spTree>
    <p:extLst>
      <p:ext uri="{BB962C8B-B14F-4D97-AF65-F5344CB8AC3E}">
        <p14:creationId xmlns:p14="http://schemas.microsoft.com/office/powerpoint/2010/main" val="13395414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 disclaimer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This composition of stars is one among many.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smtClean="0"/>
              <a:t>Meaningfully to allow predictions we expect messages to appear in time, and with a certain precision. Curiously, only transmission of a message, as against reception or ‘saved’ messages, is needed to fully construct an outer </a:t>
            </a:r>
            <a:r>
              <a:rPr lang="en-US" dirty="0" smtClean="0"/>
              <a:t>bound</a:t>
            </a:r>
            <a:r>
              <a:rPr lang="en-US" dirty="0"/>
              <a:t> </a:t>
            </a:r>
            <a:r>
              <a:rPr lang="en-US" dirty="0" smtClean="0"/>
              <a:t>– the author thinks a recipient is not intrinsically specified. </a:t>
            </a:r>
            <a:r>
              <a:rPr lang="en-US" dirty="0" smtClean="0"/>
              <a:t> </a:t>
            </a: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Conceiving of a </a:t>
            </a:r>
            <a:r>
              <a:rPr lang="en-US" dirty="0" smtClean="0"/>
              <a:t>patch as </a:t>
            </a:r>
            <a:r>
              <a:rPr lang="en-US" dirty="0" smtClean="0"/>
              <a:t>a ‘not-type’ object, it is readily detected in resultant 0 </a:t>
            </a:r>
            <a:r>
              <a:rPr lang="en-US" dirty="0" err="1" smtClean="0"/>
              <a:t>processless</a:t>
            </a:r>
            <a:r>
              <a:rPr lang="en-US" dirty="0" smtClean="0"/>
              <a:t> </a:t>
            </a:r>
            <a:r>
              <a:rPr lang="en-US" dirty="0" smtClean="0"/>
              <a:t>process – such as Process(</a:t>
            </a:r>
            <a:r>
              <a:rPr lang="en-US" dirty="0" err="1" smtClean="0"/>
              <a:t>initcheck:Bekenstein</a:t>
            </a:r>
            <a:r>
              <a:rPr lang="en-US" dirty="0" smtClean="0"/>
              <a:t>, … while(Hawking), f(Page), …) - </a:t>
            </a:r>
            <a:r>
              <a:rPr lang="en-US" dirty="0" smtClean="0"/>
              <a:t>a </a:t>
            </a:r>
            <a:r>
              <a:rPr lang="en-US" dirty="0" smtClean="0"/>
              <a:t>process </a:t>
            </a:r>
            <a:r>
              <a:rPr lang="en-US" dirty="0" smtClean="0"/>
              <a:t>as unable to glean a single </a:t>
            </a:r>
            <a:r>
              <a:rPr lang="en-US" dirty="0" smtClean="0"/>
              <a:t>program – except </a:t>
            </a:r>
            <a:r>
              <a:rPr lang="en-US" dirty="0" smtClean="0"/>
              <a:t>for halftime </a:t>
            </a:r>
            <a:r>
              <a:rPr lang="en-US" dirty="0" smtClean="0"/>
              <a:t>or </a:t>
            </a:r>
            <a:r>
              <a:rPr lang="en-US" dirty="0" smtClean="0"/>
              <a:t>scrambled. </a:t>
            </a:r>
            <a:r>
              <a:rPr lang="en-US" dirty="0" smtClean="0"/>
              <a:t>Given a semantic or composite reference without bare object creation. </a:t>
            </a:r>
            <a:endParaRPr lang="en-US" dirty="0" smtClean="0"/>
          </a:p>
          <a:p>
            <a:pPr marL="0" indent="0">
              <a:buNone/>
            </a:pPr>
            <a:r>
              <a:rPr lang="en-US" dirty="0" smtClean="0"/>
              <a:t>The author provides a means to </a:t>
            </a:r>
            <a:r>
              <a:rPr lang="en-US" dirty="0" smtClean="0"/>
              <a:t>pre-detect </a:t>
            </a:r>
            <a:r>
              <a:rPr lang="en-US" dirty="0" smtClean="0"/>
              <a:t>a singularity in code as a construction against a 1 operator.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352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* ; 0 ; 1*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An interaction defined through its definition. </a:t>
            </a:r>
          </a:p>
          <a:p>
            <a:r>
              <a:rPr lang="en-US" dirty="0" smtClean="0"/>
              <a:t>A limiting reference</a:t>
            </a:r>
          </a:p>
          <a:p>
            <a:r>
              <a:rPr lang="en-US" dirty="0" smtClean="0"/>
              <a:t>An amplifying reference</a:t>
            </a:r>
          </a:p>
          <a:p>
            <a:r>
              <a:rPr lang="en-US" dirty="0" smtClean="0"/>
              <a:t>; * is amplifying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92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* ; a, b ; A / B ;A,B/=0 ; A*B / A / B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; * is multiplying and neither A nor B are 1.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91414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* ; A/b ; A*B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If A or B = 0 </a:t>
            </a:r>
          </a:p>
          <a:p>
            <a:r>
              <a:rPr lang="en-US" dirty="0" smtClean="0"/>
              <a:t>A*B determinately 0 .</a:t>
            </a:r>
          </a:p>
          <a:p>
            <a:r>
              <a:rPr lang="en-US" dirty="0" smtClean="0"/>
              <a:t>If A or B = 1</a:t>
            </a:r>
          </a:p>
          <a:p>
            <a:r>
              <a:rPr lang="en-US" dirty="0" smtClean="0"/>
              <a:t>A*B = 1 </a:t>
            </a:r>
            <a:r>
              <a:rPr lang="en-US" dirty="0" err="1" smtClean="0"/>
              <a:t>xor</a:t>
            </a:r>
            <a:r>
              <a:rPr lang="en-US" dirty="0" smtClean="0"/>
              <a:t> (A </a:t>
            </a:r>
            <a:r>
              <a:rPr lang="en-US" dirty="0" err="1" smtClean="0"/>
              <a:t>xor</a:t>
            </a:r>
            <a:r>
              <a:rPr lang="en-US" dirty="0" smtClean="0"/>
              <a:t> B)  </a:t>
            </a:r>
          </a:p>
          <a:p>
            <a:r>
              <a:rPr lang="en-US" dirty="0" smtClean="0"/>
              <a:t>; * is multiplying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0823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* ; cost(0*A*) &gt; 0 </a:t>
            </a:r>
            <a:r>
              <a:rPr lang="en-US" dirty="0" err="1" smtClean="0"/>
              <a:t>xor</a:t>
            </a:r>
            <a:r>
              <a:rPr lang="en-US" dirty="0" smtClean="0"/>
              <a:t> Nat*(A*);A*NAT*(1*)=NAT(A*1) == TRUE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 smtClean="0"/>
                  <a:t>Computing an amplifying process has a nonzero positive cost even when multiplied with zero, unless and excepting for the condition of a minimally defined ‘scalar’ natural path. </a:t>
                </a:r>
              </a:p>
              <a:p>
                <a:r>
                  <a:rPr lang="en-US" dirty="0" smtClean="0"/>
                  <a:t>As a extension-able corollary in a second </a:t>
                </a:r>
                <a:r>
                  <a:rPr lang="en-US" dirty="0" err="1" smtClean="0"/>
                  <a:t>thermolaw</a:t>
                </a:r>
                <a:r>
                  <a:rPr lang="en-US" dirty="0" smtClean="0"/>
                  <a:t> reading of the positive mass theorem,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0∗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𝑁𝐴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dirty="0" smtClean="0"/>
                  <a:t> </a:t>
                </a:r>
              </a:p>
              <a:p>
                <a:r>
                  <a:rPr lang="en-US" dirty="0" smtClean="0"/>
                  <a:t>And an example it seems as a recoilless process.</a:t>
                </a:r>
              </a:p>
              <a:p>
                <a:r>
                  <a:rPr lang="en-US" dirty="0" smtClean="0"/>
                  <a:t>If such a structure </a:t>
                </a:r>
                <a:r>
                  <a:rPr lang="en-US" dirty="0" err="1" smtClean="0"/>
                  <a:t>composable</a:t>
                </a:r>
                <a:r>
                  <a:rPr lang="en-US" dirty="0" smtClean="0"/>
                  <a:t> as </a:t>
                </a:r>
                <a:r>
                  <a:rPr lang="en-US" dirty="0" err="1" smtClean="0"/>
                  <a:t>Cost..Nat</a:t>
                </a:r>
                <a:r>
                  <a:rPr lang="en-US" dirty="0"/>
                  <a:t> </a:t>
                </a:r>
                <a:r>
                  <a:rPr lang="en-US" dirty="0" smtClean="0"/>
                  <a:t>with the inverse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 smtClean="0"/>
                  <a:t>exists it enables the ‘poorly’ typeset title to run true through a solely multiplicative effect for anything </a:t>
                </a:r>
                <a:r>
                  <a:rPr lang="en-US" dirty="0" err="1" smtClean="0"/>
                  <a:t>composable</a:t>
                </a:r>
                <a:r>
                  <a:rPr lang="en-US" dirty="0" smtClean="0"/>
                  <a:t>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𝑁𝐴𝑇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∗)</m:t>
                    </m:r>
                  </m:oMath>
                </a14:m>
                <a:r>
                  <a:rPr lang="en-US" dirty="0" smtClean="0"/>
                  <a:t> given the scalar property. </a:t>
                </a:r>
              </a:p>
              <a:p>
                <a:r>
                  <a:rPr lang="en-US" dirty="0" smtClean="0"/>
                  <a:t>; * is multiplying, amplifying, orienting/indexing </a:t>
                </a:r>
                <a:r>
                  <a:rPr lang="en-US" dirty="0" err="1" smtClean="0"/>
                  <a:t>xor</a:t>
                </a:r>
                <a:r>
                  <a:rPr lang="en-US" dirty="0" smtClean="0"/>
                  <a:t> * is multiplying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313" t="-1818" r="-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44855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v*(</a:t>
            </a:r>
            <a:r>
              <a:rPr lang="en-US" dirty="0" err="1" smtClean="0"/>
              <a:t>Type,~Type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smtClean="0"/>
              <a:t>V+V = V </a:t>
            </a:r>
          </a:p>
          <a:p>
            <a:r>
              <a:rPr lang="en-US" dirty="0" err="1" smtClean="0"/>
              <a:t>aV</a:t>
            </a:r>
            <a:r>
              <a:rPr lang="en-US" dirty="0" smtClean="0"/>
              <a:t> = V </a:t>
            </a:r>
            <a:r>
              <a:rPr lang="en-US" dirty="0" err="1" smtClean="0"/>
              <a:t>xor</a:t>
            </a:r>
            <a:r>
              <a:rPr lang="en-US" dirty="0" smtClean="0"/>
              <a:t> 0</a:t>
            </a:r>
          </a:p>
          <a:p>
            <a:pPr marL="0" indent="0">
              <a:buNone/>
            </a:pPr>
            <a:r>
              <a:rPr lang="en-US" dirty="0" smtClean="0"/>
              <a:t>V-V = V </a:t>
            </a:r>
            <a:r>
              <a:rPr lang="en-US" dirty="0" err="1" smtClean="0"/>
              <a:t>xor</a:t>
            </a:r>
            <a:r>
              <a:rPr lang="en-US" dirty="0" smtClean="0"/>
              <a:t> 0</a:t>
            </a:r>
          </a:p>
          <a:p>
            <a:pPr marL="0" indent="0">
              <a:buNone/>
            </a:pPr>
            <a:r>
              <a:rPr lang="en-US" dirty="0" smtClean="0"/>
              <a:t>:VVVVVVVVVVV…(Type, ~Type) = 1 </a:t>
            </a:r>
            <a:r>
              <a:rPr lang="en-US" dirty="0" err="1" smtClean="0"/>
              <a:t>xor</a:t>
            </a:r>
            <a:r>
              <a:rPr lang="en-US" dirty="0" smtClean="0"/>
              <a:t> 0 </a:t>
            </a:r>
            <a:r>
              <a:rPr lang="en-US" dirty="0" err="1" smtClean="0"/>
              <a:t>xor</a:t>
            </a:r>
            <a:r>
              <a:rPr lang="en-US" dirty="0" smtClean="0"/>
              <a:t> ~ : </a:t>
            </a:r>
            <a:r>
              <a:rPr lang="en-US" dirty="0" err="1" smtClean="0"/>
              <a:t>typecheck</a:t>
            </a:r>
            <a:endParaRPr lang="en-US" dirty="0" smtClean="0"/>
          </a:p>
          <a:p>
            <a:pPr marL="0" indent="0">
              <a:buNone/>
            </a:pPr>
            <a:r>
              <a:rPr lang="en-US" dirty="0" err="1" smtClean="0"/>
              <a:t>VxV</a:t>
            </a:r>
            <a:r>
              <a:rPr lang="en-US" dirty="0" smtClean="0"/>
              <a:t>=V </a:t>
            </a:r>
            <a:r>
              <a:rPr lang="en-US" dirty="0" err="1" smtClean="0"/>
              <a:t>xor</a:t>
            </a:r>
            <a:r>
              <a:rPr lang="en-US" dirty="0" smtClean="0"/>
              <a:t> VV </a:t>
            </a:r>
            <a:r>
              <a:rPr lang="en-US" dirty="0" err="1" smtClean="0"/>
              <a:t>xor</a:t>
            </a:r>
            <a:r>
              <a:rPr lang="en-US" dirty="0" smtClean="0"/>
              <a:t> VVV </a:t>
            </a:r>
            <a:r>
              <a:rPr lang="en-US" dirty="0" err="1" smtClean="0"/>
              <a:t>xor</a:t>
            </a:r>
            <a:r>
              <a:rPr lang="en-US" dirty="0" smtClean="0"/>
              <a:t> … (.)</a:t>
            </a:r>
            <a:endParaRPr lang="en-US" dirty="0"/>
          </a:p>
          <a:p>
            <a:endParaRPr lang="en-US" dirty="0" smtClean="0"/>
          </a:p>
          <a:p>
            <a:r>
              <a:rPr lang="en-US" dirty="0" smtClean="0"/>
              <a:t>; a singular V is multi-dimensional, multiple V are compositive and </a:t>
            </a:r>
            <a:r>
              <a:rPr lang="en-US" dirty="0" err="1" smtClean="0"/>
              <a:t>specral</a:t>
            </a:r>
            <a:r>
              <a:rPr lang="en-US" dirty="0" smtClean="0"/>
              <a:t>. </a:t>
            </a:r>
          </a:p>
          <a:p>
            <a:r>
              <a:rPr lang="en-US" dirty="0" smtClean="0"/>
              <a:t>~ internally defined as an unresolvable character, modifying Type to display certainty or </a:t>
            </a:r>
            <a:r>
              <a:rPr lang="en-US" dirty="0" err="1" smtClean="0"/>
              <a:t>uncertatinty</a:t>
            </a:r>
            <a:r>
              <a:rPr lang="en-US" dirty="0"/>
              <a:t> </a:t>
            </a:r>
            <a:r>
              <a:rPr lang="en-US" dirty="0" smtClean="0"/>
              <a:t>of a composition.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1705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::: </a:t>
            </a:r>
            <a:r>
              <a:rPr lang="en-US" dirty="0" err="1" smtClean="0"/>
              <a:t>typecheck</a:t>
            </a:r>
            <a:r>
              <a:rPr lang="en-US" dirty="0"/>
              <a:t> </a:t>
            </a:r>
            <a:r>
              <a:rPr lang="en-US" dirty="0" smtClean="0"/>
              <a:t>V(1,0)* 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; Error</a:t>
            </a:r>
          </a:p>
          <a:p>
            <a:r>
              <a:rPr lang="en-US" dirty="0" smtClean="0"/>
              <a:t>Uncertainty unable to be encapsulated as a singular element and does-not-complete flag run. Truncated runtime referenced with a nonlinear spectra.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74601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::: defrag(V*1)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; Undergoing chain-by single element resolution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8459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&lt;B*&gt; could be B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To allow some transience of molecular open-form multiplication, when appearing as a multiplicative element missing </a:t>
            </a:r>
            <a:r>
              <a:rPr lang="en-US" dirty="0" smtClean="0"/>
              <a:t>a binary operation we </a:t>
            </a:r>
            <a:r>
              <a:rPr lang="en-US" dirty="0" smtClean="0"/>
              <a:t>create the expectation (average) of the whole(base). The variance around the base, or even it’s distribution, is left to the particulars of *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 smtClean="0"/>
              <a:t>; * is treated as a </a:t>
            </a:r>
            <a:r>
              <a:rPr lang="en-US" dirty="0" smtClean="0"/>
              <a:t>probabilistic or event-influencing </a:t>
            </a:r>
            <a:r>
              <a:rPr lang="en-US" dirty="0" smtClean="0"/>
              <a:t>element.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1803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*The </a:t>
            </a:r>
            <a:r>
              <a:rPr lang="en-US" dirty="0" smtClean="0"/>
              <a:t>patchy case for Black Holes &amp;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 smtClean="0"/>
                  <a:t>Let us say that a black hole counter appears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0∗ …</m:t>
                        </m:r>
                      </m:e>
                    </m:d>
                  </m:oMath>
                </a14:m>
                <a:r>
                  <a:rPr lang="en-US" dirty="0" smtClean="0"/>
                  <a:t> for a particular formation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en-US" dirty="0" smtClean="0"/>
              </a:p>
              <a:p>
                <a:r>
                  <a:rPr lang="en-US" dirty="0" smtClean="0"/>
                  <a:t>If we create a reducing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𝑤h𝑖𝑙𝑒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𝐶𝑜𝑠𝑡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0∗…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smtClean="0"/>
                  <a:t>we have an internal, though referenceable object(class) that will reduce, at an exact and determined rate </a:t>
                </a:r>
                <a:r>
                  <a:rPr lang="en-US" dirty="0" smtClean="0"/>
                  <a:t>‘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</m:oMath>
                </a14:m>
                <a:r>
                  <a:rPr lang="en-US" dirty="0" smtClean="0"/>
                  <a:t>’ or as computational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−=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 smtClean="0"/>
                  <a:t>, which while unstructured as the Page curve does reduce to the case of black holes; </a:t>
                </a:r>
              </a:p>
              <a:p>
                <a:r>
                  <a:rPr lang="en-US" dirty="0" smtClean="0"/>
                  <a:t>If,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 smtClean="0"/>
                  <a:t> we </a:t>
                </a:r>
                <a:r>
                  <a:rPr lang="en-US" dirty="0" smtClean="0"/>
                  <a:t>subsequently break </a:t>
                </a:r>
                <a:r>
                  <a:rPr lang="en-US" dirty="0" smtClean="0"/>
                  <a:t>our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while</m:t>
                    </m:r>
                  </m:oMath>
                </a14:m>
                <a:r>
                  <a:rPr lang="en-US" dirty="0" smtClean="0"/>
                  <a:t> </a:t>
                </a:r>
                <a:r>
                  <a:rPr lang="en-US" dirty="0" smtClean="0"/>
                  <a:t>condition we leave a small interval of uncertainty before ‘un-subscribing’ an object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𝑤h𝑖𝑙𝑒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:0+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 smtClean="0"/>
                  <a:t> as a last reference signal that would expect to be ignored in a vacuum (absent external interactions), and associative </a:t>
                </a:r>
                <a:r>
                  <a:rPr lang="en-US" dirty="0" smtClean="0"/>
                  <a:t>redund</a:t>
                </a:r>
                <a:r>
                  <a:rPr lang="en-US" dirty="0" smtClean="0"/>
                  <a:t>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𝑐h𝑒𝑐𝑘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𝑡𝑦𝑝𝑒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𝑚𝑒𝑚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𝑡𝑦𝑝𝑒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 smtClean="0"/>
              </a:p>
              <a:p>
                <a:r>
                  <a:rPr lang="en-US" dirty="0" smtClean="0"/>
                  <a:t>, For an internal representation process and slides 4 and 5 to be true (meaningful multiplicative), type must be 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𝑁𝐴𝑇</m:t>
                    </m:r>
                  </m:oMath>
                </a14:m>
                <a:r>
                  <a:rPr lang="en-US" dirty="0" smtClean="0"/>
                  <a:t> process.  </a:t>
                </a:r>
                <a:endParaRPr lang="en-US" dirty="0" smtClean="0"/>
              </a:p>
              <a:p>
                <a:r>
                  <a:rPr lang="en-US" dirty="0" smtClean="0"/>
                  <a:t>; *Is treated as a semantic element preceding and occurring with a title slide (while at least multiplicative in the slide) and given a connective reference through the character ‘&amp;’.</a:t>
                </a:r>
                <a:endParaRPr lang="en-US" dirty="0" smtClean="0"/>
              </a:p>
              <a:p>
                <a:r>
                  <a:rPr lang="en-US" dirty="0" smtClean="0"/>
                  <a:t> </a:t>
                </a:r>
                <a:endParaRPr lang="en-US" dirty="0"/>
              </a:p>
              <a:p>
                <a:endParaRPr lang="en-US" dirty="0" smtClean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125" t="-2727" r="-16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3747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&amp; gravity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 smtClean="0"/>
                  <a:t>We place alongside the process a scalar multiplier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 smtClean="0"/>
                  <a:t> that we place </a:t>
                </a:r>
                <a:r>
                  <a:rPr lang="en-US" dirty="0" err="1" smtClean="0"/>
                  <a:t>as|g</a:t>
                </a:r>
                <a:r>
                  <a:rPr lang="en-US" dirty="0" smtClean="0"/>
                  <a:t>| outside of the cost parameter. Expecting that the function space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</m:oMath>
                </a14:m>
                <a:r>
                  <a:rPr lang="en-US" dirty="0" smtClean="0"/>
                  <a:t> does not ‘couple’ readily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 smtClean="0"/>
                  <a:t>, we place it outside a new function, remembering </a:t>
                </a:r>
                <a:r>
                  <a:rPr lang="en-US" dirty="0" err="1" smtClean="0"/>
                  <a:t>halfcurl</a:t>
                </a:r>
                <a:r>
                  <a:rPr lang="en-US" dirty="0" smtClean="0"/>
                  <a:t>*, inverse g.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0+</m:t>
                          </m:r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 smtClean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𝐶𝑜𝑠𝑡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(0∗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smtClean="0"/>
                  <a:t>This, requiring a generator not under an arbitrage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dirty="0" smtClean="0"/>
                  <a:t> thus will ‘idealize’ a promotable (step-set)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𝐶𝑜𝑠𝑡</m:t>
                    </m:r>
                  </m:oMath>
                </a14:m>
                <a:r>
                  <a:rPr lang="en-US" dirty="0" smtClean="0"/>
                  <a:t> , now I think leveraged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en-US" dirty="0" smtClean="0"/>
                  <a:t> . </a:t>
                </a:r>
              </a:p>
              <a:p>
                <a:r>
                  <a:rPr lang="en-US" sz="1600" dirty="0" smtClean="0"/>
                  <a:t>*</a:t>
                </a:r>
                <a14:m>
                  <m:oMath xmlns:m="http://schemas.openxmlformats.org/officeDocument/2006/math">
                    <m:r>
                      <a:rPr lang="en-US" sz="1600" b="0" i="0" smtClean="0">
                        <a:latin typeface="Cambria Math" panose="02040503050406030204" pitchFamily="18" charset="0"/>
                      </a:rPr>
                      <m:t>+</m:t>
                    </m:r>
                    <m:rad>
                      <m:radPr>
                        <m:degHide m:val="on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16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𝛻</m:t>
                            </m:r>
                            <m:r>
                              <a:rPr lang="en-US" sz="16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𝑜</m:t>
                            </m:r>
                          </m:num>
                          <m:den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1400" dirty="0" smtClean="0"/>
                  <a:t>						</a:t>
                </a:r>
                <a:r>
                  <a:rPr lang="en-US" sz="1100" dirty="0" smtClean="0"/>
                  <a:t>Source: it looked satisfying through a set of somewhat arbitrary rules</a:t>
                </a:r>
              </a:p>
              <a:p>
                <a:pPr lvl="2"/>
                <a:endParaRPr lang="en-US" sz="600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313" t="-1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49052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&amp;Lambda as a calculus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That the author, having </a:t>
            </a:r>
            <a:r>
              <a:rPr lang="en-US" dirty="0" smtClean="0"/>
              <a:t>no </a:t>
            </a:r>
            <a:r>
              <a:rPr lang="en-US" dirty="0" smtClean="0"/>
              <a:t>formal training in Lambda calculus recognizes as a reference-less process ;  as ongoing without respect to an external ref. The variables with an external reference would be referenced in a new Lambda , ad. .</a:t>
            </a:r>
          </a:p>
          <a:p>
            <a:r>
              <a:rPr lang="en-US" dirty="0" smtClean="0"/>
              <a:t>Finally the author, in a shield do lend hand to a </a:t>
            </a:r>
            <a:r>
              <a:rPr lang="en-US" dirty="0" err="1" smtClean="0"/>
              <a:t>lambdaless</a:t>
            </a:r>
            <a:r>
              <a:rPr lang="en-US" dirty="0" smtClean="0"/>
              <a:t> lambda</a:t>
            </a:r>
          </a:p>
          <a:p>
            <a:endParaRPr lang="en-US" dirty="0"/>
          </a:p>
          <a:p>
            <a:r>
              <a:rPr lang="en-US" dirty="0" smtClean="0"/>
              <a:t>(</a:t>
            </a:r>
            <a:r>
              <a:rPr lang="en-US" dirty="0" err="1" smtClean="0"/>
              <a:t>aeueo</a:t>
            </a:r>
            <a:r>
              <a:rPr lang="en-US" dirty="0" smtClean="0"/>
              <a:t>*) where </a:t>
            </a:r>
            <a:r>
              <a:rPr lang="en-US" dirty="0" err="1" smtClean="0"/>
              <a:t>aeueo</a:t>
            </a:r>
            <a:r>
              <a:rPr lang="en-US" dirty="0"/>
              <a:t> </a:t>
            </a:r>
            <a:r>
              <a:rPr lang="en-US" dirty="0" smtClean="0"/>
              <a:t>is referenced se, </a:t>
            </a:r>
            <a:r>
              <a:rPr lang="en-US" dirty="0" err="1" smtClean="0"/>
              <a:t>ka</a:t>
            </a:r>
            <a:r>
              <a:rPr lang="en-US" dirty="0" smtClean="0"/>
              <a:t>, lo, </a:t>
            </a:r>
            <a:r>
              <a:rPr lang="en-US" dirty="0" err="1" smtClean="0"/>
              <a:t>pe</a:t>
            </a:r>
            <a:r>
              <a:rPr lang="en-US" dirty="0" smtClean="0"/>
              <a:t>,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nunce</a:t>
            </a:r>
            <a:endParaRPr lang="en-US" sz="105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And when elements, $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po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=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pe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+ lo$ do give us information about a grammar, </a:t>
            </a:r>
          </a:p>
          <a:p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As an arbitrary list  </a:t>
            </a:r>
          </a:p>
          <a:p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We could treat the resultant phonetic background as an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instantably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composable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picture. Of 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perhaps a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phononic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resonance. </a:t>
            </a:r>
            <a:endParaRPr lang="en-US" sz="105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And applying </a:t>
            </a:r>
            <a:r>
              <a:rPr lang="en-US" sz="105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Moessbauer</a:t>
            </a:r>
            <a:r>
              <a:rPr lang="en-US" sz="1050" dirty="0" smtClean="0">
                <a:latin typeface="Cambria" panose="02040503050406030204" pitchFamily="18" charset="0"/>
                <a:ea typeface="Cambria" panose="02040503050406030204" pitchFamily="18" charset="0"/>
              </a:rPr>
              <a:t> spectroscopy obtain with possibility a free-read of an ongoing process that composes like elemental forms. </a:t>
            </a:r>
            <a:endParaRPr lang="en-US" sz="105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sz="105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buNone/>
            </a:pPr>
            <a:endParaRPr lang="en-US" sz="105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0" indent="0">
              <a:buNone/>
            </a:pP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7242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Wacky device ahead! Coming to stream gauges near you!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4328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Flowchart: Sequential Access Storage 40"/>
          <p:cNvSpPr/>
          <p:nvPr/>
        </p:nvSpPr>
        <p:spPr>
          <a:xfrm>
            <a:off x="-63987" y="344953"/>
            <a:ext cx="2403805" cy="2791942"/>
          </a:xfrm>
          <a:prstGeom prst="flowChartMagneticTap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machine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4128" y="2286000"/>
            <a:ext cx="9720073" cy="2547002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 rot="954553">
            <a:off x="3030583" y="2751909"/>
            <a:ext cx="1515291" cy="151529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smtClean="0"/>
          </a:p>
        </p:txBody>
      </p:sp>
      <p:sp>
        <p:nvSpPr>
          <p:cNvPr id="5" name="Rounded Rectangle 4"/>
          <p:cNvSpPr/>
          <p:nvPr/>
        </p:nvSpPr>
        <p:spPr>
          <a:xfrm>
            <a:off x="2220686" y="1907177"/>
            <a:ext cx="452845" cy="236002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2718895" y="2787322"/>
            <a:ext cx="202981" cy="699146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/>
          <p:cNvCxnSpPr/>
          <p:nvPr/>
        </p:nvCxnSpPr>
        <p:spPr>
          <a:xfrm>
            <a:off x="2636147" y="2619750"/>
            <a:ext cx="433775" cy="775142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>
            <a:off x="2727451" y="2732461"/>
            <a:ext cx="372815" cy="354727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466011" y="4267200"/>
            <a:ext cx="1258525" cy="94923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>
            <a:off x="4153989" y="4445862"/>
            <a:ext cx="661851" cy="75315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Arc 15"/>
          <p:cNvSpPr/>
          <p:nvPr/>
        </p:nvSpPr>
        <p:spPr>
          <a:xfrm>
            <a:off x="775063" y="2084832"/>
            <a:ext cx="1245326" cy="2609088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c 16"/>
          <p:cNvSpPr/>
          <p:nvPr/>
        </p:nvSpPr>
        <p:spPr>
          <a:xfrm rot="11942597">
            <a:off x="1445623" y="1489166"/>
            <a:ext cx="1637211" cy="796834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2251570" y="4238687"/>
            <a:ext cx="1235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The strand*</a:t>
            </a:r>
            <a:endParaRPr lang="en-US" dirty="0"/>
          </a:p>
        </p:txBody>
      </p:sp>
      <p:sp>
        <p:nvSpPr>
          <p:cNvPr id="20" name="Diamond 19"/>
          <p:cNvSpPr/>
          <p:nvPr/>
        </p:nvSpPr>
        <p:spPr>
          <a:xfrm rot="19653524">
            <a:off x="3601275" y="2833377"/>
            <a:ext cx="400594" cy="1846217"/>
          </a:xfrm>
          <a:prstGeom prst="diamon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 smtClean="0"/>
              <a:t>quartz</a:t>
            </a:r>
            <a:endParaRPr lang="en-US" dirty="0"/>
          </a:p>
        </p:txBody>
      </p:sp>
      <p:sp>
        <p:nvSpPr>
          <p:cNvPr id="23" name="Chord 22"/>
          <p:cNvSpPr/>
          <p:nvPr/>
        </p:nvSpPr>
        <p:spPr>
          <a:xfrm>
            <a:off x="2804159" y="1532140"/>
            <a:ext cx="1323703" cy="731809"/>
          </a:xfrm>
          <a:prstGeom prst="chor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Chord 23"/>
          <p:cNvSpPr/>
          <p:nvPr/>
        </p:nvSpPr>
        <p:spPr>
          <a:xfrm rot="18310937" flipV="1">
            <a:off x="3857401" y="1596182"/>
            <a:ext cx="378237" cy="121029"/>
          </a:xfrm>
          <a:prstGeom prst="chor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hord 24"/>
          <p:cNvSpPr/>
          <p:nvPr/>
        </p:nvSpPr>
        <p:spPr>
          <a:xfrm rot="656685">
            <a:off x="3769014" y="2028516"/>
            <a:ext cx="497395" cy="212196"/>
          </a:xfrm>
          <a:prstGeom prst="chord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lowchart: Sequential Access Storage 33"/>
          <p:cNvSpPr/>
          <p:nvPr/>
        </p:nvSpPr>
        <p:spPr>
          <a:xfrm flipH="1">
            <a:off x="2718895" y="2278005"/>
            <a:ext cx="5247065" cy="439866"/>
          </a:xfrm>
          <a:prstGeom prst="flowChartMagneticTap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F=-kx^2</a:t>
            </a:r>
            <a:endParaRPr lang="en-US" dirty="0"/>
          </a:p>
        </p:txBody>
      </p:sp>
      <p:sp>
        <p:nvSpPr>
          <p:cNvPr id="36" name="Left-Right Arrow 35"/>
          <p:cNvSpPr/>
          <p:nvPr/>
        </p:nvSpPr>
        <p:spPr>
          <a:xfrm>
            <a:off x="2471999" y="2735421"/>
            <a:ext cx="449362" cy="120178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936490" y="1769591"/>
            <a:ext cx="5790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 smtClean="0"/>
              <a:t>Floq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6350175" y="223373"/>
            <a:ext cx="510910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 smtClean="0"/>
              <a:t>Floquent</a:t>
            </a:r>
            <a:r>
              <a:rPr lang="en-US" dirty="0" smtClean="0"/>
              <a:t> generates compressive forces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Quartz - a piezoelectric read-and-response </a:t>
            </a:r>
            <a:r>
              <a:rPr lang="en-US" i="1" dirty="0" smtClean="0"/>
              <a:t>transduction!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smtClean="0"/>
              <a:t>The strand, where gases escape to a piezoelectric read.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smtClean="0"/>
              <a:t>Tether free-floating low drag monitoring station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i="1" dirty="0" smtClean="0"/>
              <a:t>Second tether optional as in pipe network. </a:t>
            </a:r>
            <a:endParaRPr 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7863840" y="3087188"/>
            <a:ext cx="376613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The technical device contraption service process upstream referred to by the machine is given a lightweight immediate notice</a:t>
            </a:r>
            <a:endParaRPr lang="en-US" dirty="0"/>
          </a:p>
        </p:txBody>
      </p:sp>
      <p:sp>
        <p:nvSpPr>
          <p:cNvPr id="43" name="Rounded Rectangle 42"/>
          <p:cNvSpPr/>
          <p:nvPr/>
        </p:nvSpPr>
        <p:spPr>
          <a:xfrm rot="16200000">
            <a:off x="4023511" y="4291358"/>
            <a:ext cx="452845" cy="2360023"/>
          </a:xfrm>
          <a:prstGeom prst="roundRect">
            <a:avLst>
              <a:gd name="adj" fmla="val 26565"/>
            </a:avLst>
          </a:prstGeom>
          <a:blipFill>
            <a:blip r:embed="rId2"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487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225</TotalTime>
  <Words>779</Words>
  <Application>Microsoft Office PowerPoint</Application>
  <PresentationFormat>Widescreen</PresentationFormat>
  <Paragraphs>82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Cambria</vt:lpstr>
      <vt:lpstr>Cambria Math</vt:lpstr>
      <vt:lpstr>Tw Cen MT</vt:lpstr>
      <vt:lpstr>Tw Cen MT Condensed</vt:lpstr>
      <vt:lpstr>Wingdings 3</vt:lpstr>
      <vt:lpstr>Integral</vt:lpstr>
      <vt:lpstr>An order-ambivalent presentation-dependent allocation of operators to solving vacuum and gravity problems</vt:lpstr>
      <vt:lpstr>A disclaimer</vt:lpstr>
      <vt:lpstr>* ; 0 ; 1*</vt:lpstr>
      <vt:lpstr>* ; a, b ; A / B ;A,B/=0 ; A*B / A / B </vt:lpstr>
      <vt:lpstr>* ; A/b ; A*B</vt:lpstr>
      <vt:lpstr>* ; cost(0*A*) &gt; 0 xor Nat*(A*);A*NAT*(1*)=NAT(A*1) == TRUE</vt:lpstr>
      <vt:lpstr>v*(Type,~Type)</vt:lpstr>
      <vt:lpstr>::: typecheck V(1,0)* </vt:lpstr>
      <vt:lpstr>::: defrag(V*1)</vt:lpstr>
      <vt:lpstr>&lt;B*&gt; could be B</vt:lpstr>
      <vt:lpstr>*The patchy case for Black Holes &amp;</vt:lpstr>
      <vt:lpstr>&amp; gravity</vt:lpstr>
      <vt:lpstr>&amp;Lambda as a calculus</vt:lpstr>
      <vt:lpstr>PowerPoint Presentation</vt:lpstr>
      <vt:lpstr>The machine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order-ambivalent allocation of operators to solving vacuum and gravity problems</dc:title>
  <dc:creator>Microsoft account</dc:creator>
  <cp:lastModifiedBy>Microsoft account</cp:lastModifiedBy>
  <cp:revision>28</cp:revision>
  <dcterms:created xsi:type="dcterms:W3CDTF">2026-05-07T17:25:25Z</dcterms:created>
  <dcterms:modified xsi:type="dcterms:W3CDTF">2026-07-13T17:24:51Z</dcterms:modified>
</cp:coreProperties>
</file>